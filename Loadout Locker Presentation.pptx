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18"/>
  </p:normalViewPr>
  <p:slideViewPr>
    <p:cSldViewPr snapToGrid="0">
      <p:cViewPr varScale="1">
        <p:scale>
          <a:sx n="93" d="100"/>
          <a:sy n="93" d="100"/>
        </p:scale>
        <p:origin x="58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2/13/26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2/13/26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2/13/26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irrudhgg/Operating-Systems-Web-Computing_Projec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E89C-BC45-646F-F9E1-32FBB23FAA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Loadout Locker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D6BEF-3128-6E66-1A04-B514CB947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Anirudh Gopishankar</a:t>
            </a:r>
            <a:br>
              <a:rPr lang="en-DE" dirty="0"/>
            </a:br>
            <a:r>
              <a:rPr lang="en-DE" dirty="0"/>
              <a:t>Yohan Amaratunga</a:t>
            </a:r>
          </a:p>
        </p:txBody>
      </p:sp>
    </p:spTree>
    <p:extLst>
      <p:ext uri="{BB962C8B-B14F-4D97-AF65-F5344CB8AC3E}">
        <p14:creationId xmlns:p14="http://schemas.microsoft.com/office/powerpoint/2010/main" val="1074876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5861-541B-FD36-06BD-6D299BDC0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Situation and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99EE7-8159-CF42-FED4-9C6705B62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Situation: Gamers across multiple platforms find it difficult to track things like Progress, In-game settings and achievements across various platforms and games.</a:t>
            </a:r>
          </a:p>
          <a:p>
            <a:endParaRPr lang="en-DE" dirty="0"/>
          </a:p>
          <a:p>
            <a:r>
              <a:rPr lang="en-DE" dirty="0"/>
              <a:t>Solution: Loadout Locker is a dashboard that provides that manages both PC In-game settings and console game progression as well</a:t>
            </a:r>
          </a:p>
        </p:txBody>
      </p:sp>
    </p:spTree>
    <p:extLst>
      <p:ext uri="{BB962C8B-B14F-4D97-AF65-F5344CB8AC3E}">
        <p14:creationId xmlns:p14="http://schemas.microsoft.com/office/powerpoint/2010/main" val="72348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66CC-42F4-91E7-CD3F-EB08D0CF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Technical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1F9A6-114E-5E51-C4E5-058EDA880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Environment Setup: Successfully configured Flutter SDK on MacOS with VS Code integration.</a:t>
            </a:r>
          </a:p>
          <a:p>
            <a:endParaRPr lang="en-DE" dirty="0"/>
          </a:p>
          <a:p>
            <a:r>
              <a:rPr lang="en-DE" dirty="0"/>
              <a:t>Successfully Validated F</a:t>
            </a:r>
            <a:r>
              <a:rPr lang="en-GB" dirty="0"/>
              <a:t>l</a:t>
            </a:r>
            <a:r>
              <a:rPr lang="en-DE" dirty="0"/>
              <a:t>utter Environment using a “Hello World” counter app, executed via a local web server to bypass Xcode dependency.</a:t>
            </a:r>
          </a:p>
          <a:p>
            <a:endParaRPr lang="en-DE" dirty="0"/>
          </a:p>
          <a:p>
            <a:r>
              <a:rPr lang="en-DE" dirty="0"/>
              <a:t>Developed a multi-level stateful application using the Dart Language.</a:t>
            </a:r>
          </a:p>
        </p:txBody>
      </p:sp>
    </p:spTree>
    <p:extLst>
      <p:ext uri="{BB962C8B-B14F-4D97-AF65-F5344CB8AC3E}">
        <p14:creationId xmlns:p14="http://schemas.microsoft.com/office/powerpoint/2010/main" val="22056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F9FE-C3A4-1755-D4CA-7A275A02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Key features Demo Part 1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4A8F3E-C3AA-72ED-4B38-977DFAD9A2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33" r="16133"/>
          <a:stretch>
            <a:fillRect/>
          </a:stretch>
        </p:blipFill>
        <p:spPr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A903E-0B85-D172-EBD9-170EF8C86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DE" dirty="0"/>
              <a:t>Dual Platform AI: A side by side block layout for PC and Console categories. </a:t>
            </a:r>
          </a:p>
          <a:p>
            <a:endParaRPr lang="en-DE" dirty="0"/>
          </a:p>
          <a:p>
            <a:r>
              <a:rPr lang="en-DE" dirty="0"/>
              <a:t>Helps with making sure that people with both hardware can use the same dashboard.</a:t>
            </a:r>
          </a:p>
        </p:txBody>
      </p:sp>
    </p:spTree>
    <p:extLst>
      <p:ext uri="{BB962C8B-B14F-4D97-AF65-F5344CB8AC3E}">
        <p14:creationId xmlns:p14="http://schemas.microsoft.com/office/powerpoint/2010/main" val="55569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D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DE"/>
            </a:p>
          </p:txBody>
        </p:sp>
      </p:grp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Placeholder 50" descr="A black rectangular object with a black background&#10;&#10;AI-generated content may be incorrect.">
            <a:extLst>
              <a:ext uri="{FF2B5EF4-FFF2-40B4-BE49-F238E27FC236}">
                <a16:creationId xmlns:a16="http://schemas.microsoft.com/office/drawing/2014/main" id="{7AF4C855-9D94-E68F-0F55-05EEEFF79D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r="15556" b="1"/>
          <a:stretch>
            <a:fillRect/>
          </a:stretch>
        </p:blipFill>
        <p:spPr>
          <a:xfrm>
            <a:off x="0" y="0"/>
            <a:ext cx="12191999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5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447D8-5EA4-9F9B-A4A1-6A1A849FC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371" y="4137169"/>
            <a:ext cx="454368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dirty="0"/>
              <a:t>Key features demo part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FC015-39E9-A357-805C-65833840B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0" y="4170410"/>
            <a:ext cx="4699221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</a:rPr>
              <a:t>PC Profiles: Custom input fields for DPI, sensitivity and Graphics Settings.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000" dirty="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</a:rPr>
              <a:t>DPI and Sensitivity take Numeric values and Graphics settings take 4 settings: 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</a:rPr>
              <a:t>Low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</a:rPr>
              <a:t>Medium 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000" dirty="0">
                <a:solidFill>
                  <a:schemeClr val="tx1"/>
                </a:solidFill>
              </a:rPr>
              <a:t>High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56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D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DE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AE930926-7CAF-6DC9-E501-2DA3BD15229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>
          <a:xfrm>
            <a:off x="-1" y="10"/>
            <a:ext cx="12191999" cy="6857990"/>
          </a:xfrm>
          <a:prstGeom prst="rect">
            <a:avLst/>
          </a:prstGeom>
          <a:solidFill>
            <a:srgbClr val="696464">
              <a:lumMod val="20000"/>
              <a:lumOff val="80000"/>
            </a:srgbClr>
          </a:solidFill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5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E0A6C6-8969-B3FE-875D-B9D96CC9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/>
              <a:t>Key features demo part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78A82-1AF5-1602-271B-76D8C698A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0" y="4170410"/>
            <a:ext cx="4699221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>
                <a:solidFill>
                  <a:schemeClr val="tx1"/>
                </a:solidFill>
              </a:rPr>
              <a:t>Console tracking: Interactive tracking for game progress 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>
              <a:solidFill>
                <a:schemeClr val="tx1"/>
              </a:solidFill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>
                <a:solidFill>
                  <a:schemeClr val="tx1"/>
                </a:solidFill>
              </a:rPr>
              <a:t>Within the Console page there are 2 different sections for Xbox and Playstation.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78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83DCD54-0252-37CE-A34F-9A417844A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19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25DF-5A8E-6D89-8987-1C4B84A9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A0D59-2D85-FD24-C6AD-E93B02846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Link: </a:t>
            </a:r>
            <a:r>
              <a:rPr lang="en-GB" dirty="0">
                <a:hlinkClick r:id="rId2"/>
              </a:rPr>
              <a:t>https://github.com/anirrudhgg/Operating-Systems-Web-Computing_Project.git</a:t>
            </a:r>
            <a:endParaRPr lang="en-GB" dirty="0"/>
          </a:p>
          <a:p>
            <a:r>
              <a:rPr lang="en-GB" dirty="0"/>
              <a:t>Contents of </a:t>
            </a:r>
            <a:r>
              <a:rPr lang="en-GB" dirty="0" err="1"/>
              <a:t>Github</a:t>
            </a:r>
            <a:r>
              <a:rPr lang="en-GB" dirty="0"/>
              <a:t>:</a:t>
            </a:r>
          </a:p>
          <a:p>
            <a:r>
              <a:rPr lang="en-GB" dirty="0"/>
              <a:t>1. Source Code (</a:t>
            </a:r>
            <a:r>
              <a:rPr lang="en-GB" dirty="0" err="1"/>
              <a:t>Github</a:t>
            </a:r>
            <a:r>
              <a:rPr lang="en-GB" dirty="0"/>
              <a:t> written and VS Code).</a:t>
            </a:r>
          </a:p>
          <a:p>
            <a:r>
              <a:rPr lang="en-GB" dirty="0"/>
              <a:t>2. Hello World (screenshots and source code of the hello </a:t>
            </a:r>
            <a:r>
              <a:rPr lang="en-GB"/>
              <a:t>world).</a:t>
            </a:r>
            <a:endParaRPr lang="en-GB" dirty="0"/>
          </a:p>
          <a:p>
            <a:r>
              <a:rPr lang="en-GB" dirty="0"/>
              <a:t>3. Screenshots of Loadout Locker.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96667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40</TotalTime>
  <Words>259</Words>
  <Application>Microsoft Macintosh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Rockwell</vt:lpstr>
      <vt:lpstr>Rockwell Condensed</vt:lpstr>
      <vt:lpstr>Rockwell Extra Bold</vt:lpstr>
      <vt:lpstr>Wingdings</vt:lpstr>
      <vt:lpstr>Wood Type</vt:lpstr>
      <vt:lpstr>Loadout Locker</vt:lpstr>
      <vt:lpstr>Situation and solution</vt:lpstr>
      <vt:lpstr>Technical execution</vt:lpstr>
      <vt:lpstr>Key features Demo Part 1</vt:lpstr>
      <vt:lpstr>Key features demo part 2</vt:lpstr>
      <vt:lpstr>Key features demo part 3</vt:lpstr>
      <vt:lpstr>PowerPoint Presentation</vt:lpstr>
      <vt:lpstr>Github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 Gopishankar</dc:creator>
  <cp:lastModifiedBy>Anirudh Gopishankar</cp:lastModifiedBy>
  <cp:revision>1</cp:revision>
  <dcterms:created xsi:type="dcterms:W3CDTF">2026-02-13T00:03:55Z</dcterms:created>
  <dcterms:modified xsi:type="dcterms:W3CDTF">2026-02-13T00:44:47Z</dcterms:modified>
</cp:coreProperties>
</file>